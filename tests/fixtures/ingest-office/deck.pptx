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kickoff deck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Ship ingestion phase two by July.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Office formats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PDF, DOCX, XLSX, PPTX via markitdown sidecar.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